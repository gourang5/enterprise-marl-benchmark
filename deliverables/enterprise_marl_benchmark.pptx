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F22250-5D5B-4EBE-8AD9-BAE428094005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2FBFDF-BF14-4A92-8450-6978D181C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7859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FBFDF-BF14-4A92-8450-6978D181CA0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94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Enterprise Multi-Agent RL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B0D8FF"/>
                </a:solidFill>
              </a:rPr>
              <a:t>Can autonomous agents coordinate across applications, roles, and permissions
to complete realistic enterprise workflows?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Heterogeneous
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033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Simulated
Apps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Dependency-
Gated Tasks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Automated
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BAD"/>
                </a:solidFill>
              </a:rPr>
              <a:t>Shared SQLite State  ·  Deterministic Evaluator  ·  Fully Reproducible from Seed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Why Existing Benchmarks Miss Enterprise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Enterprise coordination demands all these dimensions simultaneously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2743200" cy="512064"/>
          </a:xfrm>
          <a:prstGeom prst="rect">
            <a:avLst/>
          </a:prstGeom>
          <a:solidFill>
            <a:srgbClr val="3A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84248"/>
            <a:ext cx="25603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74519"/>
            <a:ext cx="3474720" cy="5120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984248"/>
            <a:ext cx="329183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Typical Benchmark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874519"/>
            <a:ext cx="4114800" cy="5120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1984248"/>
            <a:ext cx="39319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This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86584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2478024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386584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93008" y="2478024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2386584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50608" y="2478024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5, heterogeneous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98648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990088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Apps /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898648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93008" y="2990088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2898648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50608" y="2990088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5, shared persistent DB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10712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502152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Permissions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410712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93008" y="3502152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None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410712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50608" y="3502152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Per-role x per-app x per-sheet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922776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4014215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Horizon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3922776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93008" y="4014215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1-5 steps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3922776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50608" y="4014215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8-17 subgoals, 25-45 steps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434840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4526279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Dependencies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434840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93008" y="4526279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None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4434840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50608" y="4526279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Gated DAG: later credit blocked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46904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5038344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Information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4946904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93008" y="5038344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Symmetric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4946904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150608" y="5038344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Asymmetric per-agent observations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458968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6928" y="5550408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Evaluation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83280" y="5458968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493008" y="5550408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String match / LLM judge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5458968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150608" y="5550408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Deterministic DB state check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D4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Design thesis: a single evaluation environment that combines all of these dimensions simultaneously.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Environment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One synthetic company · five app simulators · one shared 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691640"/>
            <a:ext cx="1645920" cy="6400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Gmail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1645920" cy="640080"/>
          </a:xfrm>
          <a:prstGeom prst="rect">
            <a:avLst/>
          </a:prstGeom>
          <a:solidFill>
            <a:srgbClr val="4A1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5468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691640"/>
            <a:ext cx="1645920" cy="64008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599" y="1691640"/>
            <a:ext cx="1645920" cy="64008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599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Calendar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691640"/>
            <a:ext cx="1645920" cy="6400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Sheets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788920"/>
            <a:ext cx="576072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9CFF"/>
                </a:solidFill>
              </a:rPr>
              <a:t>SQLite: Shared Company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57600"/>
            <a:ext cx="4114800" cy="100584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2B3C"/>
                </a:solidFill>
              </a:rPr>
              <a:t>Agent Observations
(role-filtered per agent)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3657600"/>
            <a:ext cx="411480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2B3C"/>
                </a:solidFill>
              </a:rPr>
              <a:t>Deterministic Evaluator
(private, state-based)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Every episode resets from a deterministic integer seed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193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Evaluator state is NOT visible to agents - info["eval"]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4126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Semantic tool actions: malformed calls are invalid transitions, not crashes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88736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An agent cannot succeed by claiming 'task complete' in Slack - the DB must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Gymnasium-compatible RL interface with semantic action dispatch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691640"/>
            <a:ext cx="9418320" cy="658368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Policy /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Issues Action(agent, app, action_type,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50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560320"/>
            <a:ext cx="9418320" cy="658368"/>
          </a:xfrm>
          <a:prstGeom prst="rect">
            <a:avLst/>
          </a:prstGeom>
          <a:solidFill>
            <a:srgbClr val="1A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2606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EnterpriseEnv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Role-filtered obs · Action validator · Reward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21868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429000"/>
            <a:ext cx="9418320" cy="658368"/>
          </a:xfrm>
          <a:prstGeom prst="rect">
            <a:avLst/>
          </a:prstGeom>
          <a:solidFill>
            <a:srgbClr val="0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474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App Simulators (thin, stateless)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502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Pure DB reads/writes: Gmail · Slack · Jira · Calendar · Sheets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0873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297679"/>
            <a:ext cx="9418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54480" y="434339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SQLite Shared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37083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Single source of truth across all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5604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5166360"/>
            <a:ext cx="9418320" cy="658368"/>
          </a:xfrm>
          <a:prstGeom prst="rect">
            <a:avLst/>
          </a:prstGeom>
          <a:solidFill>
            <a:srgbClr val="6A2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54480" y="5212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Private Verifier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39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DAG + subgoal checks → reward + info["eval"]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89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•  Execution: turn-based, actor-selected sequential (not truly parallel)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5449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•  RL interface: Gymnasium-compatible  reset(seed) / step(action) / close()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96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9BAD"/>
                </a:solidFill>
              </a:rPr>
              <a:t>•  PettingZoo AEC adapter available - EXPERIMENTAL (not fully tested)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Multi-Agent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Five agents · different roles · different app access · different information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1417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22402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74519" y="1828800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828800"/>
            <a:ext cx="82295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60520" y="182880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Gmail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80" y="1828800"/>
            <a:ext cx="82295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Slack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828800"/>
            <a:ext cx="73151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97880" y="1828800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1828800"/>
            <a:ext cx="960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1828800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Calendar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828800"/>
            <a:ext cx="1261872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Sheets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87168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2487168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A5CFF"/>
                </a:solidFill>
              </a:rPr>
              <a:t>pm_01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2487168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874519" y="2487168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Project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2487168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60520" y="2487168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2487168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0" y="2487168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2487168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97880" y="2487168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2487168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75120" y="2487168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487168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2487168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Owner R/W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45536"/>
            <a:ext cx="14173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3145536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AB070"/>
                </a:solidFill>
              </a:rPr>
              <a:t>eng_01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3145536"/>
            <a:ext cx="224028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874519" y="3145536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Engineer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3145536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60520" y="3145536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83480" y="3145536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3145536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3145536"/>
            <a:ext cx="73151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97880" y="3145536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3145536"/>
            <a:ext cx="9601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75120" y="3145536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35240" y="3145536"/>
            <a:ext cx="1261872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80960" y="3145536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Viewer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803904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1480" y="3803904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8C1A"/>
                </a:solidFill>
              </a:rPr>
              <a:t>product_01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3803904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874519" y="3803904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Product Manager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3803904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60520" y="3803904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83480" y="3803904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0" y="3803904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52160" y="3803904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897880" y="3803904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3803904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675120" y="3803904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35240" y="3803904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680960" y="3803904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Editor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462272"/>
            <a:ext cx="14173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1480" y="4462272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E53E3E"/>
                </a:solidFill>
              </a:rPr>
              <a:t>mgr_01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0" y="4462272"/>
            <a:ext cx="224028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874519" y="4462272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Eng. Manager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0" y="4462272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160520" y="4462272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83480" y="4462272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029200" y="4462272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52160" y="4462272"/>
            <a:ext cx="73151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897880" y="4462272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4462272"/>
            <a:ext cx="9601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675120" y="4462272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35240" y="4462272"/>
            <a:ext cx="1261872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680960" y="4462272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5120640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5120640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8A4ACC"/>
                </a:solidFill>
              </a:rPr>
              <a:t>cs_01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828800" y="5120640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874519" y="5120640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Customer Success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5120640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60520" y="512064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83480" y="5120640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029200" y="512064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52160" y="5120640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897880" y="5120640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9400" y="5120640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675120" y="5120640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35240" y="5120640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680960" y="5120640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Who can act: per-agent tool whitelist enforced on every call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What each agent sees: only their own inbox, accessible channels, permitted sheets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Long-Horizon Task: Vendor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8 subgoals · 40-step horizon · 5 apps · 4 roles must 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691640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03120" y="17830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Discover vendor email + find procurement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1691640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38360" y="17830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Gmail → Jira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13432"/>
            <a:ext cx="1371600" cy="502920"/>
          </a:xfrm>
          <a:prstGeom prst="rect">
            <a:avLst/>
          </a:prstGeom>
          <a:solidFill>
            <a:srgbClr val="FF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404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product_01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2313432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03120" y="24048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Clear legal contract ticket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2313432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240487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9BAD"/>
                </a:solidFill>
              </a:rPr>
              <a:t>parallel branch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35224"/>
            <a:ext cx="1371600" cy="5029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02666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eng_01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2935224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03120" y="302666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Confirm IT provisioning ticket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935224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38360" y="30266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4564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9BAD"/>
                </a:solidFill>
              </a:rPr>
              <a:t>parallel branch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57016"/>
            <a:ext cx="1371600" cy="5029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6484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mgr_01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3557016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103120" y="364845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Approve procurement ticket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3557016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38360" y="364845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78808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2702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65960" y="4178808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03120" y="427024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Mark vendor ACTIVE in tracker sheet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178808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38360" y="42702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Sheets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800600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48920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65960" y="4800600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03120" y="48920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Schedule kickoff meeting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4800600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738360" y="4892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Calendar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422392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51383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5960" y="5422392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03120" y="5513831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Announce completion in Slack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92640" y="5422392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738360" y="551383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Slack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3035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Parallel branches (legal + IT)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45643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Strict RBAC on sheet write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8251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Negation-hardened verification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544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30859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Role separation + info asymmetry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Task Dependency DAG: Vendor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Credit fires when DB state matches the predicate, not when an agent says so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0876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5453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discover_request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1051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33172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236829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find_main_ticket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3347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200400"/>
            <a:ext cx="2743200" cy="594360"/>
          </a:xfrm>
          <a:prstGeom prst="rect">
            <a:avLst/>
          </a:prstGeom>
          <a:solidFill>
            <a:srgbClr val="FF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2369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legal_review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0215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product_01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3200400"/>
            <a:ext cx="2743200" cy="59436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32369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it_provisioning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50215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eng_01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069080"/>
            <a:ext cx="2743200" cy="59436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0" y="4105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manager_approval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37083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mgr_01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93776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91840" y="49743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update_vendor_sheet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23951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80644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843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schedule_kickoff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08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580644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77840" y="5843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announce_live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6108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039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971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75875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6542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286984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288493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5603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Subgoals are locked until all prerequisites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063239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Parallel branches (legal + IT) both required before schedule_kickoff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356616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Verifier is negation-hardened: "NOT provisioned" fails · "Provisioned and confirmed" passes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FD8394-0D59-2730-4422-622B6A607403}"/>
              </a:ext>
            </a:extLst>
          </p:cNvPr>
          <p:cNvSpPr txBox="1"/>
          <p:nvPr/>
        </p:nvSpPr>
        <p:spPr>
          <a:xfrm>
            <a:off x="6134493" y="54178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↘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A85F26-F72C-2BA3-DC4B-94F77A7FC402}"/>
              </a:ext>
            </a:extLst>
          </p:cNvPr>
          <p:cNvSpPr txBox="1"/>
          <p:nvPr/>
        </p:nvSpPr>
        <p:spPr>
          <a:xfrm>
            <a:off x="2585537" y="5413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2E9CFF"/>
                </a:solidFill>
              </a:rPr>
              <a:t>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Partial Observability &amp; Permissions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Agents must search and discover - ticket IDs are never pre-known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029200" cy="3474720"/>
          </a:xfrm>
          <a:prstGeom prst="rect">
            <a:avLst/>
          </a:prstGeom>
          <a:solidFill>
            <a:srgbClr val="E6F0FF"/>
          </a:solidFill>
          <a:ln w="1270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What each agent CAN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5915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Own email inbox headers (body requires read_email)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950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Slack channels they belong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1985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Jira tickets returned by their own search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50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Own calendar events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828800"/>
            <a:ext cx="5029200" cy="3474720"/>
          </a:xfrm>
          <a:prstGeom prst="rect">
            <a:avLst/>
          </a:prstGeom>
          <a:solidFill>
            <a:srgbClr val="FFF0E8"/>
          </a:solidFill>
          <a:ln w="1270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3E3E"/>
                </a:solidFill>
              </a:rPr>
              <a:t>What NO agent can see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35915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Other agents' inboxes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8950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Verifier progress or subgoal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41985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Full Jira database (search required)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950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Sheet cells outside membership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194560"/>
            <a:ext cx="9144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0" y="3291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2B3C"/>
                </a:solidFill>
              </a:rPr>
              <a:t>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Wrong permission → {"success": false, "message": "Permission denied"} - not silent failure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Reward Design &amp; Deterministic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Shaped signal across subgoal DAG · terminal success · anti-hacking penalties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9019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01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901952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36829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Valid tool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3682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B070"/>
                </a:solidFill>
              </a:rPr>
              <a:t>+0.25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36829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Execution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61488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84378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Subgoal unlocked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84378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9CFF"/>
                </a:solidFill>
              </a:rPr>
              <a:t>+8x(1/N)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84378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Shaped, per new subgoal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36976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3192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Coordination 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3192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9A"/>
                </a:solidFill>
              </a:rPr>
              <a:t>+2.0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319272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Multi-agent handoff required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12464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Terminal success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7947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B070"/>
                </a:solidFill>
              </a:rPr>
              <a:t>+75.0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79476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Episode completion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87952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27024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Redundant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2702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53E3E"/>
                </a:solidFill>
              </a:rPr>
              <a:t>-1.0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27024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Penalises reward farming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74573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Step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4573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6000"/>
                </a:solidFill>
              </a:rPr>
              <a:t>-0.10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74573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Efficiency pressure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38928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22122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Timeout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2122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53E3E"/>
                </a:solidFill>
              </a:rPr>
              <a:t>-15.0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22122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Horizon enforcement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solidFill>
            <a:srgbClr val="E6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610819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5A36"/>
                </a:solidFill>
              </a:rPr>
              <a:t>Verification: Success = state predicate over SQLite - not string match, not LLM judge. Clause-boundary negation detection: "NOT approved" → fail · "Approved. No further action." →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Evaluation, Baselines &amp; Replay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Three-tier policy taxonomy · Wilson 95% CI · HTML trajectory 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42232"/>
            <a:ext cx="2926080" cy="109728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764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A52A"/>
                </a:solidFill>
              </a:rPr>
              <a:t>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Zero-Shot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203704"/>
            <a:ext cx="2926080" cy="2048256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18379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9CFF"/>
                </a:solidFill>
              </a:rPr>
              <a:t>24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Hint-Guided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2926080" cy="25603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1325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B070"/>
                </a:solidFill>
              </a:rPr>
              <a:t>30 /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Oracle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51960"/>
            <a:ext cx="10515600" cy="3657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4663440"/>
            <a:ext cx="112471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7365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39" y="4736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393192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14807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Zero-Shot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39" y="51480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0/30 ep (5 ep/task)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5148072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qwen2.5:3b - model-dependent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47120" cy="393192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56869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Hint-Guided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39" y="55686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24/30 ep (5 ep/task)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5568696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SOP debug baseline - NOT autonomous capability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916168"/>
            <a:ext cx="11247120" cy="393192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59893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Oracle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39" y="59893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30/30 episodes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989320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Scripted upper bound - proves solvability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Research Use Cases &amp;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What the benchmark measures · where it stops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577840" cy="4389120"/>
          </a:xfrm>
          <a:prstGeom prst="rect">
            <a:avLst/>
          </a:prstGeom>
          <a:solidFill>
            <a:srgbClr val="E6F6EF"/>
          </a:solidFill>
          <a:ln w="10160">
            <a:solidFill>
              <a:srgbClr val="1A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B070"/>
                </a:solidFill>
              </a:rPr>
              <a:t>What this benchmark studies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Planning: multi-step reasoning across apps and roles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79191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Tool use: structured semantic action under partial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6382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Coordination: one agent's output blocks another's subgoal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484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Delegation: transferring work across roles at the correct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33087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Long-horizon reasoning: 8-17 subgoals, 25-45 step episodes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Partial observability: asymmetric info across heterogeneous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023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Credit assignment: shaped reward over dependency-gated DAG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586983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Error recovery: invalid action returns error; agent must adapt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577840" cy="4389120"/>
          </a:xfrm>
          <a:prstGeom prst="rect">
            <a:avLst/>
          </a:prstGeom>
          <a:solidFill>
            <a:srgbClr val="FFF8E8"/>
          </a:solidFill>
          <a:ln w="10160">
            <a:solidFill>
              <a:srgbClr val="FFA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2A"/>
                </a:solidFill>
              </a:rPr>
              <a:t>Honest 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94560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Turn-based sequential - true parallel MARL needs action 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852928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PettingZoo AEC adapter is experimental, not fully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511296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Entity IDs fixed per task family (Factory V1) - not entity-disjoint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69664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Zero-shot measured on qwen2.5:3b only - model-dependent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828031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No Figma, GitHub, or HR app simulators in this version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RL &amp; Research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Gymnasium-compatible · CTDE framing · evaluator state never exposed to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303520" cy="2651760"/>
          </a:xfrm>
          <a:prstGeom prst="rect">
            <a:avLst/>
          </a:prstGeom>
          <a:solidFill>
            <a:srgbClr val="E6F0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CFF"/>
                </a:solidFill>
              </a:rPr>
              <a:t>Observation (per-agent, role-filtered)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7627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"agent":    {employee_id, name, role, team_id}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2374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"inbox":    [email headers]  - body requires read_email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5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"channels": [channel records]  - own channels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1868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"calendar": [event records]  - own calendar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6616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"sheets":   [{sheet_id, name, role}]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13631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"task":     {id, name, instruction}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691640"/>
            <a:ext cx="5852160" cy="1234440"/>
          </a:xfrm>
          <a:prstGeom prst="rect">
            <a:avLst/>
          </a:prstGeom>
          <a:solidFill>
            <a:srgbClr val="E6F6EF"/>
          </a:solidFill>
          <a:ln w="10160">
            <a:solidFill>
              <a:srgbClr val="1A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7373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Action (structured semantic space)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148840"/>
            <a:ext cx="5623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Action(agent_id="pm_01", app="jira",
       action_type="change_status",
       parameters={"issue_id": "VEND-401", "status": "approved"})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063240"/>
            <a:ext cx="5852160" cy="1234440"/>
          </a:xfrm>
          <a:prstGeom prst="rect">
            <a:avLst/>
          </a:prstGeom>
          <a:solidFill>
            <a:srgbClr val="FFF0D8"/>
          </a:solidFill>
          <a:ln w="10160">
            <a:solidFill>
              <a:srgbClr val="FFA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60" y="3108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2A"/>
                </a:solidFill>
              </a:rPr>
              <a:t>Step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74720"/>
            <a:ext cx="5623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obs, reward, terminated, truncated, info = env.step(action)
info["eval"]  →  {progress, subgoals, reward_components}
               # evaluator-only - NOT shown to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526280"/>
            <a:ext cx="11430000" cy="13258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CTDE 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D8FF"/>
                </a:solidFill>
              </a:rPr>
              <a:t>Training centralises info["eval"] subgoal labels for critic conditioning.
Execution uses per-agent obs only - policies are fully decentralised.
18 action types across 5 apps. Each agent sees only their permitted subset (14-18 actions).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Research Questions Enabled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The 80-point gap between zero-shot (0/30) and hint-guided (24/30) is the open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73736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17373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Benchmark 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Can BC close 0% to 80%?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19456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Behavioral Cloning on oracle trajectories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1945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Trajectory export, deterministic seed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78608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267004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CTDE vs IQL?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67004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MAPPO vs IQL (shared vs independent critic)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7004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info["eval"]["subgoals"] labels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54096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314553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Does action masking help?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14553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PPO with/without permission mask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314553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Static permission table per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9584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621024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Distractor density effect?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62102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RL across easy to adversarial presets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621024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4 difficulty levels, calibrated counts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05072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096511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Can policy generalise seeds?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96511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Train 0-999k, test 2M-3M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4096511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Disjoint seed-range splits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80560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5720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Shaped vs sparse reward?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57200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Ablate subgoal bonus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5720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Reward component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956048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504748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Offline RL near-oracle?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20" y="50474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IQL / CQL on oracle 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504748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export_dataset()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035040"/>
            <a:ext cx="1143000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61264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Next: Behavioral Cloning on hint-guided trajectories → PPO against shaped reward → entity-disjoint OOD evaluation via Factory 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The Scenario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D8FF"/>
                </a:solidFill>
              </a:rPr>
              <a:t>A handcrafted task is a demo.
A factory that mass-produces environments is a research instrument.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572000"/>
            <a:ext cx="4114800" cy="100584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0240" y="4645152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ScenarioFactory V1
All 6 tasks - IMPLEMENTED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4572000"/>
            <a:ext cx="4114800" cy="100584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4645152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Factory V2 - entity-level
Vendor onboarding - PROTOTYPE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Why a Factory Is Necessary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RL training requires seed-disjoint episodes - 6 handcrafted tasks are not enough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92807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92807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Without Factory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1892807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With Factory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1401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4140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Same 6 episodes every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4140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1,000+ seed-disjoint episodes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11247120" cy="621792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07238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Generalization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0723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Impossible - train =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0723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Held-out seed spaces enforced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02736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Curriculum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73075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Manual difficulty adjustment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73075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easy to adversarial presets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621792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3891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Reproducibility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3891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Hope nothing changed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43891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Same seed, identical episode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19472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5047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Scale-up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0474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6 tasks maximum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50474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Thousands of validated instances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ScenarioFactory V1 - Implemented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All 6 tasks · 4 difficulty presets · seed-disjoint splits · validated manifests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20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build(task, seed, difficulty)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Live, validated env in one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304288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3957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4 difficulty presets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395728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easy (2) / medium (6) / hard (15) / adversarial (30) distractors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71215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2871215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9626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626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Realistic distractor pools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962656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10 email subjects, 7 Jira tickets, 6 Slack messages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38144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438144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352958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529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Seed-disjoint splits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52958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train: 0-999k  /  dev: 1M-2M  /  test: 2M-3M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05072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4005072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096511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096511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JSONL manifest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096511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scenario_id, seed, difficulty, apps, agents, subgoal_count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572000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4572000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6634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6634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Validation gates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66344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Zero initial progress · acyclic DAG · dep IDs resolve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138927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" y="5138927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5230367"/>
            <a:ext cx="320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23036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6 task families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5230367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Full DAG, verifier, oracle baseline for every task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760720"/>
            <a:ext cx="11247120" cy="868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580644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E8FF"/>
                </a:solidFill>
              </a:rPr>
              <a:t>factory = ScenarioFactory()
env, obs, info = factory.build("vendor_onboarding", seed=42, difficulty="hard")
# info["validator_status"] == "passed"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Factory V2 - Entity-Level World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Vertical slice proof-of-concept on vendor_onboarding · same pipeline designed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394960" cy="4114800"/>
          </a:xfrm>
          <a:prstGeom prst="rect">
            <a:avLst/>
          </a:prstGeom>
          <a:solidFill>
            <a:srgbClr val="E6F0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Seed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12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Company: Smart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883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Tickets: METR-401, METR-402, METR-403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Unique employee names + emails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393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sha256:841edac7c2667c37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14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5902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Oracle: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91640"/>
            <a:ext cx="5394960" cy="4114800"/>
          </a:xfrm>
          <a:prstGeom prst="rect">
            <a:avLst/>
          </a:prstGeom>
          <a:solidFill>
            <a:srgbClr val="E8F6EE"/>
          </a:solidFill>
          <a:ln w="10160">
            <a:solidFill>
              <a:srgbClr val="00D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9A"/>
                </a:solidFill>
              </a:rPr>
              <a:t>Seed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12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Company: Stellar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883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Tickets: SERV-401, SERV-402, SERV-403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638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Different employee names +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393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sha256:cbebc420d7920829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14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45902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Oracle: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89320"/>
            <a:ext cx="11247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8FF"/>
                </a:solidFill>
              </a:rPr>
              <a:t>Every generated world is oracle-verified at generation time. Same DAG structure, completely different operational context per seed.
CompanySpec → WorldGenerator (isolated RNG) → WorldValidator → GeneratedVendorOnboardingTask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Feature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Delivered · Experimental · Planned - clearly separated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3840480" cy="5029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IMPLEMENTED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6 tasks + DAG verifiers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79776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84378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ScenarioFactory (all 6 tasks)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73552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337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Oracle + hint-guided + zero-shot baselines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67328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83133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Deterministic DB-state verification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61104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3251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Role-based permissions (RBAC)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Shaped reward + anti-hacking logic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48656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31266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Trajectory export + replay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42432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58064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Streamlit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236208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30021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Docker Compose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1737360"/>
            <a:ext cx="3840480" cy="50292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89120" y="1801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PROTOTYPE / EXPERIMENTAL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286000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235000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Factory V2 world generation (1 task)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2779776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34840" y="284378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PettingZoo AEC adapter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273552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34840" y="3337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SHA-256 world fingerprinting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767328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34840" y="383133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WorldValidator structural checks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1737360"/>
            <a:ext cx="3749040" cy="502920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1801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2286000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66760" y="235000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Factory V2 for all 6 tasks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779776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66760" y="284378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DAG synthesizer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273552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66760" y="33375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Org/identity generator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3767328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66760" y="3831335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Automated verifier generation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261104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66760" y="43251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Entity-disjoint OOD splits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4754880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66760" y="48188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Large-scale curriculum calibration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126480"/>
            <a:ext cx="11430000" cy="5486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640" y="61996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118 tests pass (70 environment + 48 factory_v2)  ·  0 failed  ·  0 flaky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Difficulty, Curriculum &amp; Reproducibility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4 distractor presets · seed-disjoint splits · same seed = identical episode always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019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Distractors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019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74320" cy="54864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easy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957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3957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Minimal noise - near-direct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8229600" cy="54864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880360"/>
            <a:ext cx="274320" cy="54864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99008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CFF"/>
                </a:solidFill>
              </a:rP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9900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9900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Focused retrieval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274320" cy="54864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5844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2A"/>
                </a:solidFill>
              </a:rPr>
              <a:t>hard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5844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35844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Heavy noise - same domain, wrong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4069080"/>
            <a:ext cx="274320" cy="54864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1788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53E3E"/>
                </a:solidFill>
              </a:rPr>
              <a:t>adversarial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1788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1788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Near-miss keywords designed to mislead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1828800"/>
            <a:ext cx="3017520" cy="2377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6840" y="187451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Seed Splits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3172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train: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23317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0 to 999k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8346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dev: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834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1M to 2M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3337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test: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333756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2M to 3M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800600"/>
            <a:ext cx="11247120" cy="960120"/>
          </a:xfrm>
          <a:prstGeom prst="rect">
            <a:avLst/>
          </a:prstGeom>
          <a:solidFill>
            <a:srgbClr val="E8F4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4846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python scripts/generate_dataset.py \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1023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    --output generated_scenarios --train 1000 --dev 200 --test 500 --difficulty hard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376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BAD"/>
                </a:solidFill>
              </a:rPr>
              <a:t># Oracle = 100% at all difficulty levels  ·  Zero-Shot = 0% at all difficulty levels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943600"/>
            <a:ext cx="11247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9CFF"/>
                </a:solidFill>
              </a:rPr>
              <a:t>Disjoint seed ranges prevent episode reuse across train/dev/test. Same seed → identical episode, always - fully reproducible.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SECTION 2: THE SCENARIO FACTORY  ·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The Open Research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371600"/>
            <a:ext cx="2560320" cy="914400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3898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Zero-Shot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6459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9CFF"/>
                </a:solidFill>
              </a:rPr>
              <a:t>← 80-point gap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371600"/>
            <a:ext cx="2560320" cy="91440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3898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Hint-Guided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24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0D8FF"/>
                </a:solidFill>
              </a:rPr>
              <a:t>Can autonomous multi-agent systems close the gap between
zero-shot performance (0/30) and procedurally-guided performance (24/30)
in realistic enterprise coordination workflows?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6 long-horizon multi-agent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873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5 apps · 5 agents · role-based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1713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Dependency-gated subgoal DAGs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469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Deterministic DB-state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766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Oracle 30/30 · Hint-guided 24/30 · Zero-Shot 0/30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657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ScenarioFactory: seeds x difficulty x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873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Factory V2: entity-level world generation (prototype)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1713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118 automated tests · 0 flaky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469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Docker Compose reproducible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685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Next: Behavioral Cloning → PPO against shaped reward → entity-disjoint OOD eval via Factory 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2337</Words>
  <Application>Microsoft Office PowerPoint</Application>
  <PresentationFormat>Custom</PresentationFormat>
  <Paragraphs>449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GOURANG GIRISH GOSAVI</cp:lastModifiedBy>
  <cp:revision>3</cp:revision>
  <dcterms:created xsi:type="dcterms:W3CDTF">2013-01-27T09:14:16Z</dcterms:created>
  <dcterms:modified xsi:type="dcterms:W3CDTF">2026-08-16T20:04:43Z</dcterms:modified>
  <cp:category/>
</cp:coreProperties>
</file>